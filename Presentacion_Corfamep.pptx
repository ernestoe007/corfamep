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CORFAMEP S.A.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8289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C2FF"/>
                </a:solidFill>
              </a:rPr>
              <a:t>Pureza, Higiene e Innovación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</a:rPr>
              <a:t>Somos Fabricantes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1D1F"/>
                </a:solidFill>
              </a:rPr>
              <a:t>Especialistas en productos de limpieza e higiene personal. Ofrecemos calidad garantizada y precios directos de fábrica.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1D1F"/>
                </a:solidFill>
              </a:rPr>
              <a:t>Catálogo de Productos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• Cloro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• Desinfectante multisuperficies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• Alcohol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• Jabón líquido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• Jabón de lavar (barra)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• Jabón antibacterial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0972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• Detergente en polvo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• Detergente líquido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• Suavizante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743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• Servilletas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329184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</a:rPr>
              <a:t>• Toallas de mano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71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30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Contacto y Ventas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31457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Venta al por mayor y menor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0861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Teléfonos: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0993 831 717 / 0987 875 698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2026-06-06T03:42:03Z</dcterms:created>
  <dcterms:modified xsi:type="dcterms:W3CDTF">2026-06-06T03:42:03Z</dcterms:modified>
</cp:coreProperties>
</file>